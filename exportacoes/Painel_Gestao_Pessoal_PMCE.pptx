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resentation-pre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Painel de Gestão de Pessoal e Expansão - PMCE</dc:title>
  <dc:subject>Indicadores estratégicos consolidados de 2026</dc:subject>
  <dc:creator>Polícia Militar do Ceará</dc:creator>
  <cp:keywords/>
  <dc:description>Painel exportado em formato 16:9.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