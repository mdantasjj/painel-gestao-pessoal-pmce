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4747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os indicadores estratégicos das bases analisadas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6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453896"/>
            <a:ext cx="32004" cy="621792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Saídas de efetivo 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74135" y="146304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74135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48056" y="2039112"/>
            <a:ext cx="146303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9976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79976" y="1453896"/>
            <a:ext cx="32004" cy="621792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4071" y="1463040"/>
            <a:ext cx="256032" cy="256032"/>
          </a:xfrm>
          <a:prstGeom prst="roundRect">
            <a:avLst/>
          </a:prstGeom>
          <a:solidFill>
            <a:srgbClr val="E4F2E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34071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6F4C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111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07992" y="2039112"/>
            <a:ext cx="146304" cy="0"/>
          </a:xfrm>
          <a:prstGeom prst="line">
            <a:avLst/>
          </a:prstGeom>
          <a:ln w="16510">
            <a:solidFill>
              <a:srgbClr val="216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00016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Policiamento Ordinário · 34 BPMs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39912" y="1389888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39912" y="1453896"/>
            <a:ext cx="32004" cy="621792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67928" y="1463040"/>
            <a:ext cx="276148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Reestruturação dos batalhões do interior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94008" y="146304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94008" y="146304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7928" y="1719072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2016" y="1792224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batalhões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567928" y="2039112"/>
            <a:ext cx="146304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759952" y="1975103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8 abaixo da média · 1 acima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50008" y="2231136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50008" y="2295144"/>
            <a:ext cx="32004" cy="621792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78024" y="2304288"/>
            <a:ext cx="27614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16231D"/>
                </a:solidFill>
                <a:latin typeface="Segoe UI"/>
              </a:rPr>
              <a:t>RAIO — Necessidade para as 20 bases satélites em 3 níveis de implementação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04104" y="2304288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04104" y="2304288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78024" y="2560320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82112" y="2633472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478024" y="2880360"/>
            <a:ext cx="146303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670048" y="2816351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9944" y="2231136"/>
            <a:ext cx="3429000" cy="74980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09944" y="2295144"/>
            <a:ext cx="32004" cy="621792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59" y="2304288"/>
            <a:ext cx="276148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16231D"/>
                </a:solidFill>
                <a:latin typeface="Segoe UI"/>
              </a:rPr>
              <a:t>COPAC — Necessidade para 10 bases, sendo 04 prioritárias em 2026 (PReVio)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64040" y="2304288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2304288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59" y="2560320"/>
            <a:ext cx="768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42048" y="2633472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537959" y="2880360"/>
            <a:ext cx="146305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729983" y="2816351"/>
            <a:ext cx="297180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70" b="0">
                <a:solidFill>
                  <a:srgbClr val="6D7973"/>
                </a:solidFill>
                <a:latin typeface="Segoe UI"/>
              </a:rPr>
              <a:t>10 bases · 04 prioritárias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3072384"/>
            <a:ext cx="7543800" cy="3520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3511296"/>
            <a:ext cx="754380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3191256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3191256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3172968"/>
            <a:ext cx="699516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3346703"/>
            <a:ext cx="699516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611880"/>
          <a:ext cx="7095744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69494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82127" y="3072384"/>
            <a:ext cx="4078224" cy="3520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7882127" y="3511296"/>
            <a:ext cx="407822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7991855" y="3191256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91855" y="3191256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02752" y="3172968"/>
            <a:ext cx="352958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02752" y="3346703"/>
            <a:ext cx="352958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81" name="Chart 80"/>
          <p:cNvGraphicFramePr>
            <a:graphicFrameLocks noGrp="1"/>
          </p:cNvGraphicFramePr>
          <p:nvPr/>
        </p:nvGraphicFramePr>
        <p:xfrm>
          <a:off x="8613648" y="3685032"/>
          <a:ext cx="2606040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9491472" y="4315968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912" y="4617720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02752" y="5806440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576072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8520" y="5760720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02752" y="6016752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21624" y="5971032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18520" y="5971032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batalhão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unidade de origem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13523B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BATALHÕES DESTACADOS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BPMs no ranking territorial de origens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Batalhões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BPMs presentes entre as principais origens · Top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 · Caucaia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20954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20954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 · Fortaleza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9424" y="324154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9424" y="3241548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20954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584448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584448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 · Fortaleza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49424" y="3616452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49424" y="3616452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584448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9593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959352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 · Fortaleza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9424" y="3991356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49424" y="3991356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9593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334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34256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 · Fortaleza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49424" y="4366260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49424" y="4366260"/>
            <a:ext cx="182019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334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7091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70916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 · Fortaleza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49424" y="474116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4741164"/>
            <a:ext cx="1668511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7091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508406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508406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 · Maranguape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49424" y="511606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5116068"/>
            <a:ext cx="1516828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508406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 12º BPM lidera o recorte por batalhão, com 17 registros (5,2% do total individualizado).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