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" y="1499616"/>
            <a:ext cx="32004" cy="81381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1554480"/>
            <a:ext cx="187451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6231D"/>
                </a:solidFill>
                <a:latin typeface="Segoe UI"/>
              </a:rPr>
              <a:t>Saídas de efetivo
(exoneração — aposentadoria)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35223" y="155448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5223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" y="2221992"/>
            <a:ext cx="128016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78992" y="2139696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0" y="1499616"/>
            <a:ext cx="32004" cy="81381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2736" y="1554480"/>
            <a:ext cx="1874519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RAIO — Necessidade de efetivo para compor
as 20 bases satélites em 3 níveis de implementação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41848" y="155448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184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273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281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02736" y="2221992"/>
            <a:ext cx="128016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85615" y="2139696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1344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499616"/>
            <a:ext cx="32004" cy="813816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59" y="1554480"/>
            <a:ext cx="187451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48471" y="1554480"/>
            <a:ext cx="256032" cy="256032"/>
          </a:xfrm>
          <a:prstGeom prst="roundRect">
            <a:avLst/>
          </a:prstGeom>
          <a:solidFill>
            <a:srgbClr val="F7EFD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48471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58E35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59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09359" y="2221992"/>
            <a:ext cx="128017" cy="0"/>
          </a:xfrm>
          <a:prstGeom prst="line">
            <a:avLst/>
          </a:prstGeom>
          <a:ln w="16510">
            <a:solidFill>
              <a:srgbClr val="B58E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92240" y="2139696"/>
            <a:ext cx="209397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POG — Policiamento Ordinário · principais unidades militares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87968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87968" y="1499616"/>
            <a:ext cx="32004" cy="813816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15984" y="1554480"/>
            <a:ext cx="187451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16231D"/>
                </a:solidFill>
                <a:latin typeface="Segoe UI"/>
              </a:rPr>
              <a:t>COPAC — Necessidade de efetivo
para compor as 10 bases, sendo 04
prioritárias em 2026 (PReVio)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055096" y="155448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055096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15984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6064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015984" y="2221992"/>
            <a:ext cx="128016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98864" y="2139696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10 bases · 04 prioritárias em 2026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POG · POLICIAMENTO ORDINÁRIO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304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Déficit nas principais unidades militares analisadas.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10 bases; 04 prioritárias em 2026.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806D3C"/>
                </a:solidFill>
                <a:latin typeface="Segoe UI"/>
              </a:rPr>
              <a:t>●  POG — Policiamento Ordinário: 304 soma os saldos negativos após as exclusões.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98" name="Chart 97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51008" y="4224528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OPM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OPM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UNIDADES IDENTIFICADAS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OPMs consolidadas pela unidade principal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OPMs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Companhias agrupadas pela unidade principal · Top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CPRAIO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1318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1318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1318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4290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4290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81328" y="34610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481328" y="346100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4290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7261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7261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81328" y="37581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481328" y="375818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7261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0233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0233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81328" y="40553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481328" y="405536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0233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3205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3205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BPTUR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81328" y="43525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481328" y="435254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3205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46177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COPAC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81328" y="46497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481328" y="464972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49149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" y="49149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81328" y="49469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81328" y="4946904"/>
            <a:ext cx="236237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84064" y="49149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" y="52120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224" y="52120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481328" y="52440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481328" y="5244084"/>
            <a:ext cx="216551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84064" y="52120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12" y="55092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" y="55092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481328" y="55412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481328" y="5541264"/>
            <a:ext cx="196864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84064" y="55092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CPRAIO e 12º BPM lideram, com 17 registros cada (5,2% do recorte).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