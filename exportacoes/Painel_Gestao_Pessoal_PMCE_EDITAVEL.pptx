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Saídas de efetivo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35223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78992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0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2736" y="1554480"/>
            <a:ext cx="1874519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RAIO — Necessidade de efetivo para compor
as 20 bases 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184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273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28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02736" y="2221992"/>
            <a:ext cx="128016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785615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1344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59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48471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48471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09359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92240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POG — 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87968" y="1435608"/>
            <a:ext cx="2542032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87968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15984" y="1554480"/>
            <a:ext cx="187451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055096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05509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598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606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015984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98864" y="2157984"/>
            <a:ext cx="2093976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98" name="Chart 97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