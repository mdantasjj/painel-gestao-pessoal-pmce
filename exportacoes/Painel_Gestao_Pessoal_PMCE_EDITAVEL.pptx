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Demissões e exonerações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93976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desligamentos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9496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demissões · 88 exonerações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78608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78608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6624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RAIO — Necessidade de efetivo
das bases satélites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3983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6703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706624" y="2221992"/>
            <a:ext cx="128015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889503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28616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28616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56631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93992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3992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6631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9671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56631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39512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POG — 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8624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78624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589520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28632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28632" y="1499616"/>
            <a:ext cx="32004" cy="813816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56648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Promoções requeridas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494008" y="155448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49400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8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9672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promoções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756648" y="2221992"/>
            <a:ext cx="128015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939528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153 acessos ao oficialato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Maio concentrou 165 desligamentos, equivalente a 48,5% do total apurado até agosto.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Promoções requeridas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Acesso ao oficialato e oficiais</a:t>
            </a:r>
          </a:p>
        </p:txBody>
      </p:sp>
      <p:graphicFrame>
        <p:nvGraphicFramePr>
          <p:cNvPr id="107" name="Chart 106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8" name="TextBox 107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42448" y="4224528"/>
            <a:ext cx="47548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Total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