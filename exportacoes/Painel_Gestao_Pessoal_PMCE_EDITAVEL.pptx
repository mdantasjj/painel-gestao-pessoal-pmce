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" y="1435608"/>
            <a:ext cx="281635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554480"/>
            <a:ext cx="21488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Saídas de efetivo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70048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700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616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9496" y="2157984"/>
            <a:ext cx="236829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1435608"/>
            <a:ext cx="281635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0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28416" y="1554480"/>
            <a:ext cx="21488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RAIO — Necessidade de efetivo das bases satélites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41848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18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284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6849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28416" y="2221992"/>
            <a:ext cx="128016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511296" y="2157984"/>
            <a:ext cx="236829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1435608"/>
            <a:ext cx="281635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0216" y="1554480"/>
            <a:ext cx="21488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13648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029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00216" y="2221992"/>
            <a:ext cx="128016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83096" y="2157984"/>
            <a:ext cx="236829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POG — Policiamento Ostensivo Geral · 22 OPM negativas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4000" y="1435608"/>
            <a:ext cx="281635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0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72016" y="1554480"/>
            <a:ext cx="21488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COPAC — Necessidade PReVio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85448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5854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720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1209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272016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454896" y="2157984"/>
            <a:ext cx="236829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Complemento para 12 bases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POLICIAMENTO OSTENSIVO GERAL (POG)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22 das 88 OPM apresentam saldo negativo.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Complemento para 12 bases; 63,6% do padrão projetado.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304 soma os saldos negativos após excluir COGEIC, CGP e marcadores não OPM.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98" name="Chart 97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UNIDADES IDENTIFICADAS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OPMs consolidadas pela unidade principal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OPMs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Companhias agrupadas pela unidade principal · Top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CPRAIO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1318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1318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1318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4290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4290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81328" y="34610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481328" y="346100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4290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7261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7261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81328" y="37581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481328" y="375818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7261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0233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0233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81328" y="40553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81328" y="405536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0233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3205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3205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BPTUR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81328" y="43525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481328" y="435254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3205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46177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COPAC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81328" y="46497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81328" y="464972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49149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" y="49149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81328" y="49469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81328" y="4946904"/>
            <a:ext cx="236237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84064" y="49149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" y="52120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52120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81328" y="52440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481328" y="5244084"/>
            <a:ext cx="216551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52120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" y="55092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" y="55092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81328" y="55412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481328" y="5541264"/>
            <a:ext cx="196864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84064" y="55092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CPRAIO e 12º BPM lideram, com 17 registros cada (5,2% do recorte).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